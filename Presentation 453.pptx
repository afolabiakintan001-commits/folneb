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9324E6-9973-E2FB-B094-C6BBF8333201}" v="6" dt="2025-10-02T17:02:08.5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F22C7B3-FC37-AB4D-8EF2-26FE7D18FAC0}"/>
              </a:ext>
            </a:extLst>
          </p:cNvPr>
          <p:cNvSpPr txBox="1"/>
          <p:nvPr/>
        </p:nvSpPr>
        <p:spPr>
          <a:xfrm>
            <a:off x="449384" y="297130"/>
            <a:ext cx="497230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latin typeface="Aptos"/>
                <a:ea typeface="Calibri"/>
                <a:cs typeface="Calibri"/>
              </a:rPr>
              <a:t>CHILDMINDING RECEIPT</a:t>
            </a: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580F05-6EA2-6BE8-A264-47DD35732BB5}"/>
              </a:ext>
            </a:extLst>
          </p:cNvPr>
          <p:cNvSpPr/>
          <p:nvPr/>
        </p:nvSpPr>
        <p:spPr>
          <a:xfrm>
            <a:off x="9293000" y="302709"/>
            <a:ext cx="2479964" cy="40178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9A3684-292E-B532-0B00-88F69B634A27}"/>
              </a:ext>
            </a:extLst>
          </p:cNvPr>
          <p:cNvSpPr/>
          <p:nvPr/>
        </p:nvSpPr>
        <p:spPr>
          <a:xfrm>
            <a:off x="9293000" y="773763"/>
            <a:ext cx="2479964" cy="40178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dirty="0">
                <a:latin typeface="Bahnschrift"/>
              </a:rPr>
              <a:t> </a:t>
            </a:r>
            <a:r>
              <a:rPr lang="en-US" dirty="0"/>
              <a:t>                        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E68520-F841-A439-F5FF-ED70BB665922}"/>
              </a:ext>
            </a:extLst>
          </p:cNvPr>
          <p:cNvSpPr txBox="1"/>
          <p:nvPr/>
        </p:nvSpPr>
        <p:spPr>
          <a:xfrm>
            <a:off x="9251438" y="318654"/>
            <a:ext cx="24831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Bahnschrift"/>
                <a:ea typeface="Calibri"/>
                <a:cs typeface="Calibri"/>
              </a:rPr>
              <a:t>Receipt No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2C7F19-F100-AE7D-339A-8AD311CFFDEE}"/>
              </a:ext>
            </a:extLst>
          </p:cNvPr>
          <p:cNvSpPr txBox="1"/>
          <p:nvPr/>
        </p:nvSpPr>
        <p:spPr>
          <a:xfrm>
            <a:off x="9290201" y="767784"/>
            <a:ext cx="245855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Bahnschrift"/>
              </a:rPr>
              <a:t>Invoice No  0008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CCDF67-98F8-2BD0-09A5-C5A7AAC9C554}"/>
              </a:ext>
            </a:extLst>
          </p:cNvPr>
          <p:cNvSpPr txBox="1"/>
          <p:nvPr/>
        </p:nvSpPr>
        <p:spPr>
          <a:xfrm>
            <a:off x="443345" y="803562"/>
            <a:ext cx="3491345" cy="3231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500" dirty="0"/>
              <a:t>(Please complete in capitals)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7F2064-D3D7-745E-4855-8A6E3A3267D8}"/>
              </a:ext>
            </a:extLst>
          </p:cNvPr>
          <p:cNvSpPr txBox="1"/>
          <p:nvPr/>
        </p:nvSpPr>
        <p:spPr>
          <a:xfrm>
            <a:off x="443346" y="1122217"/>
            <a:ext cx="2867890" cy="3231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500" b="1" dirty="0"/>
              <a:t>Childminder's details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29D980-A865-8358-FE61-7B1ECCF1C634}"/>
              </a:ext>
            </a:extLst>
          </p:cNvPr>
          <p:cNvSpPr txBox="1"/>
          <p:nvPr/>
        </p:nvSpPr>
        <p:spPr>
          <a:xfrm>
            <a:off x="443346" y="1537852"/>
            <a:ext cx="1133301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Name____________________________________________________________________ Registration No_________________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9FEED7-B5AA-D143-83E8-051348F10C23}"/>
              </a:ext>
            </a:extLst>
          </p:cNvPr>
          <p:cNvSpPr txBox="1"/>
          <p:nvPr/>
        </p:nvSpPr>
        <p:spPr>
          <a:xfrm>
            <a:off x="443346" y="1814946"/>
            <a:ext cx="11333017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Address__________________________________________________________________________________________________________________________________________________________________________ Postcode________________________</a:t>
            </a:r>
          </a:p>
          <a:p>
            <a:endParaRPr lang="en-US" sz="1600" b="1" dirty="0">
              <a:latin typeface="Bierstadt Display"/>
            </a:endParaRPr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4F5E25-9835-7012-BD93-4D5CC39C7F90}"/>
              </a:ext>
            </a:extLst>
          </p:cNvPr>
          <p:cNvSpPr txBox="1"/>
          <p:nvPr/>
        </p:nvSpPr>
        <p:spPr>
          <a:xfrm>
            <a:off x="443346" y="2798616"/>
            <a:ext cx="1133301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Name____________________________________________________________________ Registration No_________________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A17E13-8DD5-CEB5-9E74-EE4578BE6DB6}"/>
              </a:ext>
            </a:extLst>
          </p:cNvPr>
          <p:cNvSpPr txBox="1"/>
          <p:nvPr/>
        </p:nvSpPr>
        <p:spPr>
          <a:xfrm>
            <a:off x="443345" y="3172692"/>
            <a:ext cx="1133301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Address___________________________________________________________________________________________________________________________________________________________________________________________________________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A26A5D-D62D-8D35-A3E1-10270BCE5753}"/>
              </a:ext>
            </a:extLst>
          </p:cNvPr>
          <p:cNvSpPr txBox="1"/>
          <p:nvPr/>
        </p:nvSpPr>
        <p:spPr>
          <a:xfrm>
            <a:off x="443345" y="3823854"/>
            <a:ext cx="1133301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Child/children's  name(s)___________________________________________________________________________________Child/children's reference no(s)_____________________________________________________________________________</a:t>
            </a:r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589569-BCF5-DE21-D664-4213923E820E}"/>
              </a:ext>
            </a:extLst>
          </p:cNvPr>
          <p:cNvSpPr txBox="1"/>
          <p:nvPr/>
        </p:nvSpPr>
        <p:spPr>
          <a:xfrm>
            <a:off x="443346" y="4475017"/>
            <a:ext cx="11554689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500" b="1" dirty="0"/>
          </a:p>
          <a:p>
            <a:r>
              <a:rPr lang="en-US" dirty="0"/>
              <a:t>Childminding fee(s)__________________________________________________________________________________________</a:t>
            </a:r>
          </a:p>
          <a:p>
            <a:r>
              <a:rPr lang="en-US" dirty="0"/>
              <a:t>Additional charges(please specify)____________________________________________________________________________</a:t>
            </a:r>
          </a:p>
          <a:p>
            <a:r>
              <a:rPr lang="en-US" dirty="0"/>
              <a:t>Total_______________________________________________________________________         Cash         Cheque          Transfer</a:t>
            </a:r>
          </a:p>
          <a:p>
            <a:r>
              <a:rPr lang="en-US" dirty="0"/>
              <a:t>For the period_______________________________________________________________________________________________</a:t>
            </a:r>
          </a:p>
          <a:p>
            <a:r>
              <a:rPr lang="en-US" dirty="0"/>
              <a:t>Received from_______________________________________ Date of payment________________________________________</a:t>
            </a:r>
          </a:p>
          <a:p>
            <a:r>
              <a:rPr lang="en-US" dirty="0"/>
              <a:t>Payer's signature____________________________________ Childminder's signature _________________________________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FEA667D-E6CD-3B86-0996-871912E6E28B}"/>
              </a:ext>
            </a:extLst>
          </p:cNvPr>
          <p:cNvSpPr/>
          <p:nvPr/>
        </p:nvSpPr>
        <p:spPr>
          <a:xfrm>
            <a:off x="10733873" y="5290343"/>
            <a:ext cx="263237" cy="20781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dirty="0">
                <a:latin typeface="Bahnschrift"/>
              </a:rPr>
              <a:t> </a:t>
            </a:r>
            <a:r>
              <a:rPr lang="en-US" dirty="0"/>
              <a:t>                         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AC7DF98-F5B9-6881-AC39-B5157A4510A1}"/>
              </a:ext>
            </a:extLst>
          </p:cNvPr>
          <p:cNvSpPr txBox="1"/>
          <p:nvPr/>
        </p:nvSpPr>
        <p:spPr>
          <a:xfrm>
            <a:off x="443345" y="2369128"/>
            <a:ext cx="5112327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latin typeface="Bierstadt Display"/>
              </a:rPr>
              <a:t>Parent's/</a:t>
            </a:r>
            <a:r>
              <a:rPr lang="en-US" sz="1600" b="1"/>
              <a:t>guardian's</a:t>
            </a:r>
            <a:r>
              <a:rPr lang="en-US" sz="1600" b="1">
                <a:latin typeface="Bierstadt Display"/>
              </a:rPr>
              <a:t> details</a:t>
            </a:r>
            <a:endParaRPr lang="en-US" sz="1600">
              <a:latin typeface="Bierstadt Display"/>
            </a:endParaRPr>
          </a:p>
          <a:p>
            <a:pPr algn="l"/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4A85E2-0EA3-F0B1-D897-EB9547450ADA}"/>
              </a:ext>
            </a:extLst>
          </p:cNvPr>
          <p:cNvSpPr txBox="1"/>
          <p:nvPr/>
        </p:nvSpPr>
        <p:spPr>
          <a:xfrm>
            <a:off x="443345" y="4475017"/>
            <a:ext cx="3380509" cy="6001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500" b="1"/>
              <a:t>Payment details </a:t>
            </a:r>
            <a:endParaRPr lang="en-US" sz="1500"/>
          </a:p>
          <a:p>
            <a:pPr algn="l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D25DCB9-EAA0-075B-92AF-C3A6FE7AFA79}"/>
              </a:ext>
            </a:extLst>
          </p:cNvPr>
          <p:cNvSpPr/>
          <p:nvPr/>
        </p:nvSpPr>
        <p:spPr>
          <a:xfrm>
            <a:off x="9459254" y="5290343"/>
            <a:ext cx="263237" cy="20781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dirty="0">
                <a:latin typeface="Bahnschrift"/>
              </a:rPr>
              <a:t> </a:t>
            </a:r>
            <a:r>
              <a:rPr lang="en-US" dirty="0"/>
              <a:t>                         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EB2ABCD-C7DA-FF68-9495-79F9FE263B21}"/>
              </a:ext>
            </a:extLst>
          </p:cNvPr>
          <p:cNvSpPr/>
          <p:nvPr/>
        </p:nvSpPr>
        <p:spPr>
          <a:xfrm>
            <a:off x="8572563" y="5290342"/>
            <a:ext cx="263237" cy="20781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dirty="0">
                <a:latin typeface="Bahnschrift"/>
              </a:rPr>
              <a:t> </a:t>
            </a:r>
            <a:r>
              <a:rPr lang="en-US" dirty="0"/>
              <a:t>                         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412</cp:revision>
  <dcterms:created xsi:type="dcterms:W3CDTF">2025-06-19T09:58:11Z</dcterms:created>
  <dcterms:modified xsi:type="dcterms:W3CDTF">2025-10-02T17:03:28Z</dcterms:modified>
</cp:coreProperties>
</file>